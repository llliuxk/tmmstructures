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TMMStructures 项目进度汇报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力热耦合二维微结构参数化逆向生成</a:t>
            </a:r>
          </a:p>
          <a:p>
            <a:r>
              <a:t>汇报日期：2026年3月13日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项目总体目标 (Pipeline)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微结构参数化生成：定义拓扑规则，自动生成多样化微结构 (进行中)</a:t>
            </a:r>
          </a:p>
          <a:p>
            <a:pPr/>
            <a:r>
              <a:t>2. 力热均质化计算：快速获取有效弹性与热学性质 (✅ 已完成)</a:t>
            </a:r>
          </a:p>
          <a:p>
            <a:pPr/>
            <a:r>
              <a:t>3. 数据集构建与模型训练：基于扩散模型实现逆向映射 (⬜ 待开始)</a:t>
            </a:r>
          </a:p>
          <a:p>
            <a:pPr/>
            <a:r>
              <a:t>4. 逆向设计：给定目标性能，输出最优微结构 (⬜ 待开始)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已完成：力热均质化 (homogenize.py)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功能：像素级有限元 (Q4单元) + 周期性边界条件 (PBC)</a:t>
            </a:r>
          </a:p>
          <a:p>
            <a:pPr/>
            <a:r>
              <a:t>输出：有效弹性刚度矩阵 C_eff (3x3) 与有效热导率张量 k_eff (2x2)</a:t>
            </a:r>
          </a:p>
          <a:p>
            <a:pPr/>
            <a:r>
              <a:t>效率：256x256 网格约 20s/张，全面向量化 (Numpy/Scipy)</a:t>
            </a:r>
          </a:p>
          <a:p>
            <a:pPr/>
            <a:r>
              <a:t>验证：通过纯实体、纯空洞及棋盘格等物理合理性验证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已完成：微结构参数化与自动生成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架构解耦：实现“生成策略”与“底层渲染”的完全分离</a:t>
            </a:r>
          </a:p>
          <a:p>
            <a:pPr/>
            <a:r>
              <a:t>可变边界节点：支持四条边界动态分配节点位置与厚度</a:t>
            </a:r>
          </a:p>
          <a:p>
            <a:pPr/>
            <a:r>
              <a:t>拓扑优化：基于图论邻接矩阵，严格通过 BFS 剔除不连通结构</a:t>
            </a:r>
          </a:p>
          <a:p>
            <a:pPr/>
            <a:r>
              <a:t>多样化几何：支持直线、收缩骨干、贝塞尔曲线、半圆弧连接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数据集自动生成方案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配置文件驱动：通过 dataset_config.json 灵活切换模式</a:t>
            </a:r>
          </a:p>
          <a:p>
            <a:pPr/>
            <a:r>
              <a:t>随机采样：快速获取大规模、高多样性训练样本</a:t>
            </a:r>
          </a:p>
          <a:p>
            <a:pPr/>
            <a:r>
              <a:t>网格扫描 (Grid)：高维笛卡尔积穷举所有边界分配，适合学习旋转等变特征</a:t>
            </a:r>
          </a:p>
          <a:p>
            <a:pPr/>
            <a:r>
              <a:t>健壮性：修复了同边连接、沙漏相交等绘图漏洞，防止组合爆炸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下阶段计划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大规模生产：启动自驱动脚本生成训练所需图像-性能配对数据</a:t>
            </a:r>
          </a:p>
          <a:p>
            <a:pPr/>
            <a:r>
              <a:t>2. 模型架构：搭建基于扩散模型 (Diffusion Model) 的生成式网络</a:t>
            </a:r>
          </a:p>
          <a:p>
            <a:pPr/>
            <a:r>
              <a:t>3. 训练验证：初步验证性质矩阵到微结构拓扑的逆向生成效果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